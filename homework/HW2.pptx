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56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27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04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63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91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538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57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81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376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76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97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9DDA3-BABF-4652-AE06-E08A7071931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8F0DF-D230-4BD8-9B57-E1B2E233B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5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HW2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65538"/>
            <a:ext cx="9144000" cy="1655762"/>
          </a:xfrm>
        </p:spPr>
        <p:txBody>
          <a:bodyPr/>
          <a:lstStyle/>
          <a:p>
            <a:r>
              <a:rPr lang="en-US" altLang="ko-KR" b="1" dirty="0" err="1"/>
              <a:t>Classsification</a:t>
            </a:r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423400" y="60071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20221219 </a:t>
            </a:r>
            <a:r>
              <a:rPr lang="ko-KR" altLang="en-US" dirty="0" smtClean="0"/>
              <a:t>이지원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012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간단한 모델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05" y="1876425"/>
            <a:ext cx="5697789" cy="4351338"/>
          </a:xfr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03272"/>
            <a:ext cx="5487166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중간 정도의 모델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05" y="1747922"/>
            <a:ext cx="5458295" cy="48088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900" y="2180405"/>
            <a:ext cx="5363323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가장 복잡한 모델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1825"/>
            <a:ext cx="4938999" cy="4351338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1825"/>
            <a:ext cx="5410955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0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와이드스크린</PresentationFormat>
  <Paragraphs>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HW2</vt:lpstr>
      <vt:lpstr>간단한 모델</vt:lpstr>
      <vt:lpstr>중간 정도의 모델</vt:lpstr>
      <vt:lpstr>가장 복잡한 모델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HW2</dc:title>
  <dc:creator>USER</dc:creator>
  <cp:lastModifiedBy>USER</cp:lastModifiedBy>
  <cp:revision>2</cp:revision>
  <dcterms:created xsi:type="dcterms:W3CDTF">2026-10-01T07:35:04Z</dcterms:created>
  <dcterms:modified xsi:type="dcterms:W3CDTF">2026-10-01T07:37:03Z</dcterms:modified>
</cp:coreProperties>
</file>